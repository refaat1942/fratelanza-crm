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Safe Medication Dispensing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صرف الأدوية بأمان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3
تدريب فريق الصيدلية — الوحدة 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Follow the 5 Rights of medication dispensing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اتباع حقوق الصرف الخمسة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Apply the dispensing workflow step by step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تطبيق خطوات الصرف خطوة بخطوة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Label medications correctly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وضع الملصقات على الأدوية بشكل صحيح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Handle dispensing errors and near-misses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التعامل مع أخطاء الصرف والحالات شبه الخطيرة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The 5 Rights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حقوق الصرف الخمسة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Right Patient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المريض الصحيح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Confirm patient name matches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تأكد أن اسم المريض يطابق 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Ask date of birth for similar names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اسأل عن تاريخ الميلاد للأسماء المتشابهة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dispense to someone else's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تصرف لروشتة شخص آخر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Right Drug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الدواء الصحيح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Match generic or brand name exactly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طابق الاسم العلمي أو التجاري تماماً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strength (mg, ml, IU)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من التركيز (مجم، مل، وحدة دولية)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dosage form (tablet, syrup, injection)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تحقق من الشكل الصيدلاني (قرص، شراب، حقن)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Right Dose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الجرعة الصحيحة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Calculate total quantity needed for duration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احسب الكمية الإجمالية للمدة المطلوبة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Double-check calculations for pediatric doses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راجع حسابات جرعات الأطفال مرتين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Use measuring tools for liquids (syringe, cup)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استخدم أدوات القياس للسوائل (حقنة، كوب)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Right Route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طريقة الاستخدام الصحيحة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Oral, topical, injection — match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فموي، موضعي، حقن — طابق 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Include route on label and verbal counseling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اذكر الطريقة على الملصق وفي الإرشاد الشفهي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Right Time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التوقيت الصحيح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Explain when to take each medication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اشرح متى يأخذ كل دواء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Before meals, after meals, at bedtime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قبل الأكل، بعد الأكل، عند النوم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Write clear instructions on label in Arabic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اكتب تعليمات واضحة بالعربي على الملصق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Dispensing Workflow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خطوات الصرف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Step-by-step process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العملية خطوة بخطوة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1. Receive prescription — check validity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1. استلام الروشتة — تحقق من صلاحيتها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2. Pharmacist reviews — allergies, interactions, dose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2. مراجعة الصيدلي — حساسية، تفاعلات، جرعة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3. Select medication from shelf — check expiry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3. اختيار الدواء من الرف — تحقق من الصلاحية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4. Count/pour correct quantity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4. عد/صب الكمية الصحيحة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5. Label with name, dose, instructions, expiry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5. وضع ملصق بالاسم والجرعة والتعليمات والصلاحية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6. Pharmacist final check — compare label to Rx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6. فحص نهائي — قارن الملصق بالروشتة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7. Counsel patient — explain how to take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7. إرشاد المريض — اشرح طريقة الاستخدام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8. Document dispensing in records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8. توثيق الصرف في السجلات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Labeling Requirements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متطلبات الملصقات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Every dispensed medication must have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كل دواء مصروف يجب أن يحتوي على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 name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اسم المريض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Drug name and strength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اسم الدواء وتركيزه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Dose and frequency in Arabic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الجرعة والتكرار بالعربي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Quantity dispensed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الكمية المصروفة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Pharmacy name and phone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اسم الصيدلية ورقم الهاتف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Date of dispensing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تاريخ الصرف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Expiry date of medication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تاريخ صلاحية الدواء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Storage instructions if needed (refrigerate, etc.)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تعليمات التخزين إن لزم (يحفظ في الثلاجة)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Handling Errors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التعامل مع الأخطاء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If a dispensing error occurs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إذا حدث خطأ في الصرف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Stop immediately — do not give medication to patient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توقف فوراً — لا تعطِ الدواء للمريض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Inform the pharmacist in charge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أبلغ الصيدلي المسؤول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Document the error — what, when, who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وثّق الخطأ — ماذا، متى، من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Contact patient if medication was already taken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اتصل بالمريض إن كان قد تناول الدواء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Review what went wrong — prevent recurrence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راجع سبب الخطأ — امنع تكراره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Near-miss reporting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الإبلاغ عن الحالات شبه الخطيرة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 near-miss is when an error is caught before reaching patient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الحالة شبه الخطيرة: اكتُشف الخطأ قبل وصوله للمريض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Report ALL near-misses — they prevent future errors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أبلغ عن كل الحالات شبه الخطيرة — تمنع أخطاء مستقبلية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No blame culture — focus on improving systems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ثقافة بلا لوم — ركّز على تحسين الأنظمة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