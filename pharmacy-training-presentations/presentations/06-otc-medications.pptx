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OTC Medications &amp; Self-Care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الأدوية بدون روشتة والرعاية الذاتية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6
تدريب فريق الصيدلية — الوحدة 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Distinguish OTC from prescription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التمييز بين الأدوية بدون روشتة والأدوية بالروشتة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Recommend appropriate OTC products safely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اقتراح منتجات بدون روشتة بأمان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Know when to refer to a pharmacist or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معرفة متى تحيل للصيدلي أو الطبيب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Advise on common self-care conditions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تقديم نصائح للحالات الشائعة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OTC vs Prescription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بدون روشتة مقابل بالروشتة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Key differences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الفروقات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OTC: safe for self-selection with guidance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بدون روشتة: آمن للاختيار الذاتي مع إرشاد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Prescription: requires doctor's order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بالروشتة: يتطلب وصفة طبية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Some drugs switch from Rx to OTC over time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بعض الأدوية تتحول من روشتة لبدون 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Pharmacist must be available for OTC counseling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الصيدلي يجب أن يكون متاحاً لإرشاد بدون روشتة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OTC categories in pharmacy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فئات بدون روشتة في الصيدلية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Pain relievers: Paracetamol, Ibuprofen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مسكنات: باراسيتامول، إيبوبروفين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Cold &amp; flu: decongestants, cough syrup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برد وأنفلونزا: مضادات احتقان، شراب سعال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Digestive: antacids, anti-diarrheal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هضمي: مضادات حموضة، مضاد إسهال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Vitamins and supplements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فيتامينات ومكملات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Topical: creams, ointments, eye drops (some)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موضعي: كريمات، مراهم، قطرة عين (بعضها)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First aid: bandages, antiseptics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إسعافات أولية: ضمادات، مطهرات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When to Refer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متى تحيل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Refer to PHARMACIST when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حوّل للصيدلي عندما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Customer asks about drug interactions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العميل يسأل عن تفاعلات دوائية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Customer is on other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العميل يتناول أدوية أخرى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Symptoms persist more than 3 days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الأعراض مستمرة أكثر من 3 أيام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Customer is pregnant or breastfeeding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العميلة حامل أو مرضعة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Child under 2 years old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طفل أقل من سنتين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Refer to DOCTOR when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حوّل للطبيب عندما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Severe or worsening symptoms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أعراض شديدة أو متفاقمة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High fever (&gt;39°C) lasting more than 2 days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حرارة عالية (&gt;39°) أكثر من يومين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Signs of infection (pus, spreading rash)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علامات عدوى (صديد، طفح منتشر)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Chronic condition not improving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حالة مزمنة لا تتحسن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Customer specifically asks for antibiotics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العميل يطلب مضاد حيوي تحديداً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Common Self-Care Scenarios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سيناريوهات الرعاية الذاتية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Headache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صداع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Ask: How long? Severity? Other symptoms?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اسأل: منذ متى؟ الشدة؟ أعراض أخرى؟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Recommend: Paracetamol 500mg, 1-2 tablets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اقترح: باراسيتامول 500 مجم، 1-2 قرص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Advise: rest, hydration, avoid triggers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انصح: راحة، سوائل، تجنب المحفزات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Refer if: sudden severe headache, vision changes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حوّل إن: صداع مفاجئ شديد، تغيرات في الرؤية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Common cold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نزلة برد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Recommend: rest, fluids, paracetamol for fever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اقترح: راحة، سوائل، باراسيتامول للحرارة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Decongestant for blocked nose (short-term only)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مضاد احتقان للأنف المسدود (لفترة قصيرة)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Refer if: fever &gt;3 days, difficulty breathing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حوّل إن: حرارة &gt;3 أيام، صعوبة تنفس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Mild stomach upset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اضطراب معدة خفيف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Recommend: antacid, light diet, hydration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اقترح: مضاد حموضة، أكل خفيف، سوائل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Avoid: spicy food, dairy if diarrhea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تجنب: أكل حار، ألبان إن كان إسهال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Refer if: blood in stool, severe pain, vomiting &gt;24h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حوّل إن: دم في البراز، ألم شديد، قيء &gt;24 ساعة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