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Pharmacy Hygiene &amp; Infection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النظافة ومكافحة العدوى في الصيدلية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9
تدريب فريق الصيدلية — الوحدة 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Maintain pharmacy cleanliness standards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الحفاظ على معايير نظافة الصيدلية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Apply hand hygiene protocols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تطبيق بروتوكولات نظافة اليدين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Prevent cross-contamination of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منع التلوث المتبادل للأدوية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spills and waste properly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التعامل مع الانسكابات والمخلفات بشكل صحيح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Hand Hygiene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نظافة اليدين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When to wash hands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متى تغسل يديك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Before and after handling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قبل وبعد التعامل مع الأدوية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After using the bathroom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بعد استخدام الحمام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Before and after eating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قبل وبعد الأكل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After coughing, sneezing, or touching face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بعد العطس أو السعال أو لمس الوجه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Between handling different patients'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بين التعامل مع أدوية مرضى مختلفين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Proper hand washing technique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طريقة غسل اليدين الصحيحة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Wet hands with water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بلل يديك بالماء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Apply soap and lather for 20 seconds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ضع الصابون وافرك لمدة 20 ثانية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between fingers, nails, and wrists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نظف بين الأصابع والأظافر والمعصمين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Rinse thoroughly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اشطف جيداً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Dry with clean towel or air dry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جفف بمنشفة نظيفة أو بالهواء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Use alcohol sanitizer when soap unavailable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استخدم معقم كحولي عند عدم توفر صابون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Pharmacy Cleanliness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نظافة الصيدلية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Daily cleaning tasks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مهام التنظيف اليومية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Wipe counters and surfaces with disinfectant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امسح الكاونتر والأسطح بمطهر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display shelves (dust weekly)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نظف أرفف العرض (إزالة الغبار أسبوعياً)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Empty trash bins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أفرغ سلال المهملات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refrigerator handles and interior monthly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نظف مقابض وداخل الثلاجة شهرياً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Mop floors daily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اجلس الأرضيات يومياً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Dispensing area hygiene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نظافة منطقة الصرف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dispensing counter clear of food and drinks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أبقِ كاونتر الصرف خالياً من الأكل والشرب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Use clean counting tray for each prescription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استخدم صينية عد نظيفة لكل روشتة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touch tablets directly — use spatula or pour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تلمس الأقراص مباشرة — استخدم ملعقة أو صب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spills immediately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نظف الانسكابات فوراً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Cross-Contamination Prevention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منع التلوث المتبادل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Key rules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قواعد 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Separate internal and external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افصل الأدوية الداخلية والخارجية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Never return dispensed medications to stock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لا تُعد الأدوية المصروفة للمخزون أبداً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Use separate tools for different dosage forms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استخدم أدوات منفصلة لأشكال جرعات مختلفة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Seal opened bottles properly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أغلق الزجاجات المفتوحة بإحكام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Quarantine damaged or contaminated products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احجر المنتجات التالفة أو الملوثة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Waste Disposal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التخلص من المخلفات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Proper disposal methods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طرق التخلص الصحيحة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Expired drugs: separate bin, return to supplier or authorized disposal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أدوية منتهية: سلة منفصلة، إرجاع للمورد أو تخلص معتمد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Sharps (needles): sharps container, never in regular trash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أدوات حادة (إبر): حاوية خاصة، ليس في القمامة العادية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Personal protective equipment: dispose after single use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معدات الحماية: تخلص بعد استخدام واحد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Chemical spills: contain, clean, document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انسكابات كيميائية: احتوِ، نظف، وثّق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