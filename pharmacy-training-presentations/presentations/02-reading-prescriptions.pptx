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Reading &amp; Validating Prescriptions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قراءة الروشتة والتحقق منها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2
تدريب فريق الصيدلية — الوحدة 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Read and interpret prescription components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قراءة وفهم مكونات الروشتة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Identify common prescription abbreviations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التعرف على اختصارات الروشتات الشائعة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Spot errors and red flags before dispensing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اكتشاف الأخطاء والإنذارات قبل الصرف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Know when to contact the prescribing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معرفة متى تتصل بالطبيب الواصف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Prescription Components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مكونات الروشتة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Required elements of a valid prescription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العناصر المطلوبة في روشتة صالحة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 name, age, and weight (for children)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اسم المريض وعمره ووزنه (للأطفال)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Doctor name, specialty, and license number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اسم الطبيب وتخصصه ورقم الترخيص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Date of prescription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تاريخ كتابة الروشتة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Drug name (generic or brand)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اسم الدواء (علمي أو تجاري)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Dose, frequency, duration, and route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الجرعة والتكرار والمدة وطريقة الاستخدام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Doctor's signature and stamp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توقيع وختم الطبيب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Optional but helpful information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معلومات اختيارية لكن مفيدة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Diagnosis or indication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التشخيص أو سبب الوصف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Allergies noted on prescription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الحساسية المذكورة على الروشتة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Refill instructions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تعليمات إعادة الصرف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Special instructions (take with food, etc.)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تعليمات خاصة (مع الأكل، إلخ)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Common Abbreviations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الاختصارات الشائعة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Frequency abbreviations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اختصارات التكرار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OD / once daily = مرة واحدة يومياً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OD / مرة واحدة يومياً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BD / twice daily = مرتين يومياً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BD / مرتين يومياً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TDS / three times daily = 3 مرات يومياً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TDS / 3 مرات يومياً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QID / four times daily = 4 مرات يومياً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QID / 4 مرات يومياً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PRN / as needed = عند اللزوم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PRN / عند اللزوم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HS / at bedtime = عند النوم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HS / عند النوم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Route and form abbreviations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اختصارات الطريق والشكل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PO / by mouth = عن طريق الفم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PO / عن طريق الفم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IV / intravenous = وريدي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IV / وريدي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IM / intramuscular = عضلي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IM / عضلي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TOP / topical = موضعي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TOP / موضعي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TAB / tablet = قرص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TAB / قرص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CAP / capsule = كبسولة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CAP / كبسولة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SUSP / suspension = معلق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SUSP / معلق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INJ / injection = حقن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INJ / حقن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Red Flags — Stop &amp; Check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إنذارات — توقف وتحقق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Prescription errors to watch for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أخطاء الروشتة التي يجب الانتباه لها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Illegible handwriting — always confirm with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خط غير واضح — تأكد دائماً مع الطبيب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Unusual dose (too high or too low for the drug)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جرعة غير عادية (عالية أو منخفضة جداً)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Drug allergy conflict with patient's known allergies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تعارض مع حساسية معروفة للمريض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Expired prescription (typically valid 1-2 weeks)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روشتة منتهية (صلاحيتها عادة 1-2 أسبوع)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Missing doctor signature or stamp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توقيع أو ختم الطبيب مفقود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When to call the doctor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متى تتصل بالطبيب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Dose seems dangerous or unusual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الجرعة تبدو خطيرة أو غير عادية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Drug interaction with patient's other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تفاعل دوائي مع أدوية المريض الأخرى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 is pregnant or breastfeeding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المريضة حامل أو مرضعة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Prescribed drug is contraindicated for patient age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الدواء ممنوع لفئة عمر المريض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You cannot read the prescription clearly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يمكنك قراءة الروشتة بوضوح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Practical Exercise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تمرين عملي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Sample prescription review checklist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قائمة مراجعة الروشتة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Step 1: Read patient name — confirm identity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الخطوة 1: اقرأ اسم المريض — تأكد من الهوية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Step 2: Check date — is it still valid?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الخطوة 2: تحقق من التاريخ — هل لا تزال صالحة؟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Step 3: Read each drug — correct name and dose?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الخطوة 3: اقرأ كل دواء — الاسم والجرعة صحيحان؟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Step 4: Check allergies — ask patient if not noted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الخطوة 4: تحقق من الحساسية — اسأل المريض إن لم تُذكر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Step 5: Check interactions with current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الخطوة 5: تحقق من التفاعلات مع الأدوية الحالية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Step 6: Pharmacist signs off before dispensing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الخطوة 6: الصيدلي يوافق قبل الصرف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