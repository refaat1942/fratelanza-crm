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Customer Service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التميز في خدمة العملاء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8
تدريب فريق الصيدلية — الوحدة 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Deliver professional customer service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تقديم خدمة عملاء احترافية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difficult situations calmly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التعامل مع المواقف الصعبة بهدوء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Build customer loyalty and trust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بناء ولاء وثقة العملاء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Represent the pharmacy brand positively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تمثيل علامة الصيدلية بشكل إيجابي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First Impressions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الانطباع الأول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first 30 seconds matter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أول 30 ثانية مهمة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Smile and make eye contact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ابتسم وتواصل بصرياً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Greet: 'أهلاً، إزاي أقدر أساعدك؟'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رحّب: 'أهلاً، إزاي أقدر أساعدك؟'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Acknowledge waiting customers: 'واحد لحظة، أنا معاك'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اعترف بالمنتظرين: 'واحد لحظة، أنا معاك'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counter clean and organized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حافظ على نظافة وتنظيم الكاونتر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Wear clean uniform/name badge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البس زي نظيف/بادج الاسم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Professional appearance checklist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قائمة المظهر الاحترافي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clothes and good personal hygiene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ملابس نظيفة ونظافة شخصية جيدة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No eating or phone use at counter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أكل أو استخدام موبايل عند الكاونتر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Speak clearly and at appropriate volume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تحدث بوضوح وبحجم صوت مناسب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Stand upright, don't lean on counter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قف منتصباً، لا تميل على الكاونتر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Service Scenarios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سيناريوهات الخدمة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Busy pharmacy — long queue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صيدلية مزدحمة — طابور طويل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Acknowledge every person in line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اعترف بكل شخص في الطابور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'الدور عليك دلوقتي' — use names when possible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'الدور عليك دلوقتي' — استخدم الأسماء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Prioritize: elderly, emergencies, then first-come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أولوية: كبار السن، الطوارئ، ثم الأول حسب الدور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Ask colleague for help if queue exceeds 5 people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اطلب مساعدة زميل إن تجاوز الطابور 5 أشخاص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Customer can't afford medication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العميل لا يستطيع تحمل تكلفة الدواء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Show empathy — never judge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أظهر تعاطفاً — لا تحكم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Suggest generic alternative (same active ingredient)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اقترح البديل العلمي (نفس المادة الفعالة)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Offer smaller pack size if available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اعرض عبوة أصغر إن وُجدت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Inform about patient assistance programs if any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أخبر عن برامج مساعدة المرضى إن وُجدت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Angry or upset customer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عميل غاضب أو منزعج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Stay calm — don't argue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ابق هادئاً — لا تجادل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Listen fully before responding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استمع كاملاً قبل الرد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Apologize for their experience (not necessarily at fault)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اعتذر عن تجربتهم (ليس بالضرورة خطأك)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Offer solution: replace, refund, or escalate to manager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اعرض حلاً: استبدال، استرداد، أو تصعيد للمدير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raise your voice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ترفع صوتك أبداً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Building Loyalty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بناء الولاء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Strategies for repeat customers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استراتيجيات للعملاء الدائمين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Remember regular customers' names and needs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تذكر أسماء واحتياجات العملاء الدائمين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Follow up: 'الدواء شغال معاك كويس؟'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تابع: 'الدواء شغال معاك كويس؟'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records of preferences (if system allows)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احتفظ بسجلات التفضيلات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Thank every customer: 'شكراً، سلامتك'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اشكر كل عميل: 'شكراً، سلامتك'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complaints quickly and fairly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تعامل مع الشكاوى بسرعة وعدالة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Phone &amp; WhatsApp Etiquette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آداب الهاتف والواتساب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Professional phone handling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التعامل الاحترافي بالهاتف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Answer within 3 rings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رد خلال 3 رنات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'صيدلية [الاسم]، أهلاً بيك'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'صيدلية [الاسم]، أهلاً بيك'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Take message accurately: name, phone, request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سجّل الرسالة بدقة: اسم، تليفون، طلب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give medical advice over phone without pharmacist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تعطِ نصائح طبية بالتليفون بدون صيدلي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WhatsApp for pharmacy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واتساب للصيدلية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Confirm orders in writing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أكد الطلبات كتابياً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Send medication instructions as text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أرسل تعليمات الدواء كنص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share other patients' information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تشارك معلومات مرضى آخرين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Respond within business hours only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رد خلال ساعات العمل فقط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