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Drug Interactions &amp; Contraindications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التفاعلات الدوائية وموانع الاستخدام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Pharmacy Team Training — Module 7
تدريب فريق الصيدلية — الوحدة 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Learning Objectives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أهداف التعلم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By the end of this session you will: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بنهاية هذه الجلسة ستكون قادراً على: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Understand types of drug interactions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فهم أنواع التفاعلات الدوائية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Recognize common dangerous combinations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التعرف على التركيبات الخطيرة الشائعة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Ask patients the right screening questions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طرح أسئلة الفحص الصحيحة على المرضى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Know when to refuse dispensing and call the doctor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معرفة متى ترفض الصرف وتتصل بالطبيب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Types of Interactions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أنواع التفاعلات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Drug-drug interactions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تفاعل دواء مع دواء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Two or more drugs affecting each other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دواءان أو أكثر يؤثران على بعضهما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Can increase or decrease drug effect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قد يزيد أو يقلل تأثير الدواء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Can cause new side effects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قد يسبب آثاراً جانبية جديدة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Example: Aspirin + Warfarin = increased bleeding risk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مثال: أسبرين + وارفارين = خطر نزيف متزايد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Drug-food interactions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تفاعل دواء مع طعام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Food affecting drug absorption or effect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الطعام يؤثر على امتصاص أو تأثير الدواء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Example: Dairy reduces absorption of some antibiotics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مثال: الألبان تقلل امتصاص بعض المضادات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Example: Grapefruit juice affects many drugs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مثال: عصير الجريب فروت يؤثر على أدوية كثيرة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Drug-disease interactions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تفاعل دواء مع مرض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Drug worsening an existing condition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الدواء يفاقم حالة موجودة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Example: Decongestants in high blood pressure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مثال: مضادات الاحتقان لمرضى الضغط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Example: NSAIDs in kidney disease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مثال: مضادات الالتهاب لمرضى الكلى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Common Dangerous Combinations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تركيبات خطيرة شائعة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High-risk combinations to know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تركيبات عالية الخطورة يجب معرفتها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Warfarin + Aspirin/NSAIDs → bleeding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وارفارين + أسبرين/مضادات التهاب → نزيف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MAO inhibitors + certain foods/drugs → crisis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مثبطات MAO + أطعمة/أدوية معينة → أزمة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Methotrexate + NSAIDs → toxicity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ميثوتريكسات + مضادات التهاب → سمية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ACE inhibitors + potassium supplements → hyperkalemia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مثبطات ACE + مكملات بوتاسيوم → ارتفاع بوتاسيوم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Same drug in two products (double dosing)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نفس الدواء في منتجين (جرعة مضاعفة)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Common Egyptian pharmacy examples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أمثلة شائعة في الصيدليات المصرية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Cold medicine + blood pressure medication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دواء برد + دواء ضغط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Iron supplement + antacid → reduced absorption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مكمل حديد + مضاد حموضة → امتصاص أقل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Two painkillers together (Paracetamol + Ibuprofen OK, but not two NSAIDs)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مسكنان معاً (باراسيتامول + إيبوبروفين OK، لكن ليس مضادي التهاب معاً)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Patient Screening Questions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أسئلة فحص المريض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Always ask before dispensing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اسأل دائماً قبل الصرف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"What other medications are you currently taking?"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"إيه الأدوية اللي بتاخدها حالياً؟"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"Do you have any allergies to medications?"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"عندك حساسية من أي أدوية؟"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"Do you have any chronic conditions?" (diabetes, heart, kidney, liver)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"عندك أي أمراض مزمنة؟" (سكر، قلب، كلى، كبد)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"Are you pregnant or breastfeeding?"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"حامل أو مرضعة؟"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"Have you taken this medication before?"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"اخدت الدواء ده قبل كده؟"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What to Do When Interaction Found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ماذا تفعل عند اكتشاف تفاعل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Action steps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خطوات العمل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 NOT dispense until resolved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تصرف حتى يتم الحل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Explain the concern to the patient calmly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اشرح القلق للمريض بهدوء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Contact the prescribing doctor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اتصل بالطبيب الواصف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Suggest alternative if doctor approves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اقترح بديلاً إن وافق الطبيب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Document the interaction and action taken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وثّق التفاعل والإجراء المتخذ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Questions &amp; Discussion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أسئلة ومناقشة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