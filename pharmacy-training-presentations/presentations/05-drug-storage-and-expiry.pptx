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Drug Storage &amp; Expiry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تخزين الأدوية وإدارة الصلاحية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5
تدريب فريق الصيدلية — الوحدة 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Store medications according to requirements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تخزين الأدوية حسب المتطلبات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Implement FIFO (First In, First Out) system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تطبيق نظام الوارد أولاً يصرف أولاً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Identify and remove expired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تحديد وإزالة الأدوية منتهية الصلاحية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Maintain proper storage conditions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الحفاظ على ظروف التخزين المناسبة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Storage Principles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مبادئ التخزين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General storage rules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قواعد التخزين العامة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Store in original packaging until dispensed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احفظ في العبوة الأصلية حتى الصرف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away from direct sunlight and heat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ابعد عن أشعة الشمس المباشرة والحرارة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Maintain pharmacy temperature 15-25°C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حافظ على حرارة الصيدلية 15-25 درجة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Separate food items from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افصل المنتجات الغذائية عن الأدوية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Lock controlled substances in secure cabinet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اقفل الأدوية المراقبة في خزانة آمنة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Special storage requirements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متطلبات تخزين خاصة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Refrigerated (2-8°C): insulin, vaccines, some eye drops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ثلاجة (2-8°): إنسولين، لقاحات، بعض قطرة العين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Cool place (below 25°C): suppositories, some creams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مكان بارد (أقل من 25°): تحاميل، بعض الكريمات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Dry place: effervescent tablets, powder forms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مكان جاف: أقراص فوارة، مساحيق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freeze medications unless specified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تجمد الأدوية إلا إذا محدد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FIFO System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نظام الوارد أولاً يصرف أولاً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What is FIFO?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ما هو FIFO؟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First In, First Out — oldest stock sold first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الوارد أولاً يصرف أولاً — الأقدم يباع أولاً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Prevents expiry losses and ensures freshness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يمنع خسائر الانتهاء ويضمن الجودة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Required by pharmacy regulations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مطلوب بلوائح الصيدلة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How to implement FIFO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كيف تطبق FIFO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New stock goes to the BACK of the shelf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المخزون الجديد يذهب لخلف الرف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Older stock stays at the FRONT for easy access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المخزون الأقدم يبقى في المقدمة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expiry dates when stocking shelves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تواريخ الصلاحية عند الترتيب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Rotate stock during every restocking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دوّر المخزون مع كل إعادة ترتيب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Monthly audit: check all expiry dates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جرد شهري: تحقق من كل تواريخ الصلاحية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Expiry Management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إدارة الصلاحية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Expiry date color coding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ترميز تواريخ الصلاحية بالألوان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Green: more than 6 months remaining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أخضر: أكثر من 6 أشهر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Yellow: 3-6 months remaining — monitor closely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أصفر: 3-6 أشهر — راقب عن قرب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Red: less than 3 months — prioritize selling or return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أحمر: أقل من 3 أشهر — أولوية البيع أو الإرجاع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Expired: remove immediately, quarantine area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منتهي: أزل فوراً، منطقة حجر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What to do with expired drugs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ماذا تفعل بالأدوية المنتهية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sell or dispense expired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تبع أو تصرف أدوية منتهية أبداً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Separate from active stock immediately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افصلها عن المخزون الفعّال فوراً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Document: drug name, quantity, expiry date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وثّق: اسم الدواء، الكمية، تاريخ الانتهاء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Return to supplier if policy allows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أرجع للمورد إن كانت السياسة تسمح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Dispose through authorized channels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تخلص عبر قنوات معتمدة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Receiving Deliveries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استلام الشحنات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Delivery inspection checklist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قائمة فحص الشحنة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delivery note matches order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أن إيصال التسليم يطابق الطلب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Inspect packaging for damage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افحص العبوات للتلف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Verify drug names, quantities, and batch numbers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الأسماء والكميات وأرقام التشغيلة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expiry dates — reject short-dated stock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الصلاحية — ارفض المخزون قصير المدة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Store immediately in correct location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خزّن فوراً في المكان الصحيح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Update inventory records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حدّث سجلات المخزون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