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Patient Counseling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استشارة وإرشاد المريض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Pharmacy Team Training — Module 4
تدريب فريق الصيدلية — الوحدة 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Learning Objectives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أهداف التعلم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By the end of this session you will: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بنهاية هذه الجلسة ستكون قادراً على: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Communicate effectively with patients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التواصل بفعالية مع المرضى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Explain medication use clearly in simple Arabic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شرح استخدام الأدوية بوضوح بعربية بسيطة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Identify patients who need extra counseling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تحديد المرضى الذين يحتاجون إرشاداً إضافياً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Handle common patient questions confidently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التعامل مع أسئلة المرضى الشائعة بثقة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Why Counseling Matters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لماذا الإرشاد مهم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Impact of good counseling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أثر الإرشاد الجيد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50% of patients don't take medications correctly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50% من المرضى لا يتناولون أدويتهم بشكل صحيح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Proper counseling improves treatment outcomes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الإرشاد السليم يحسّن نتائج العلاج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Reduces hospital admissions from medication errors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يقلل الدخول للمستشفى بسبب أخطاء الأدوية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Builds patient trust and pharmacy reputation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يبني ثقة المريض وسمعة الصيدلية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Who needs extra counseling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من يحتاج إرشاداً إضافياً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Elderly patients (65+)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كبار السن (65+)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Children's parents/caregivers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أولياء أمور الأطفال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Patients starting a new medication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المرضى الذين يبدأون دواءً جديداً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Patients on 3+ medications (polypharmacy)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المرضى على 3+ أدوية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Pregnant or breastfeeding women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الحوامل والمرضعات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Patients with low health literacy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المرضى ذوو الوعي الصحي المحدود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Counseling Framework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إطار الإرشاد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The 3 Prime Questions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الأسئلة الثلاثة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1. What is this medication for?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1. ما الغرض من هذا الدواء؟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2. How do I take it?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2. كيف أتناوله؟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3. What should I watch for? (side effects)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3. ماذا أراقب؟ (الآثار الجانبية)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Additional points to cover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نقاط إضافية يجب تغطيتها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How long to take it — complete the full course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مدة الاستخدام — أكمل الكورس كاملاً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What to do if a dose is missed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ماذا تفعل إذا فاتتك جرعة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Food interactions (with/without food)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التفاعل مع الطعام (مع/بدون أكل)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Storage instructions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تعليمات التخزين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When to return or call the doctor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متى تعود أو تتصل بالطبيب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Communication Tips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نصائح التواصل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Do's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افعل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Speak in simple Arabic — avoid medical jargon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تحدث بعربية بسيطة — تجنب المصطلحات الطبية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Make eye contact and show empathy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تواصل بصرياً وأظهر التعاطف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Ask patient to repeat instructions back to you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اطلب من المريض إعادة التعليمات لك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Use the teach-back method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استخدم أسلوب الإعادة التعليمية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Provide written instructions on the label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قدم تعليمات مكتوبة على الملصق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Don'ts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لا تفعل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Don't rush — even when busy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لا تستعجل — حتى عند الانشغال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Don't assume patient understands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لا تفترض أن المريض فهم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Don't counsel in front of other customers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لا ترشد أمام عملاء آخرين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Don't diagnose or change the doctor's plan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لا تشخص أو تغيّر خطة الطبيب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Common Patient Questions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أسئلة المرضى الشائعة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How to answer professionally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كيف تجيب باحترافية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"Can I take this with food?" → Check drug specifics, explain clearly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"أخذه مع الأكل؟" → تحقق من الدواء، اشرح بوضوح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"I feel worse, should I stop?" → Never advise stopping; refer to doctor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"حاسس بسوء، أوقفه؟" → لا تنصح بالإيقاف؛ أحل للطبيب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"Can I drink alcohol with this?" → Explain risks, refer to doctor if unsure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"أشرب كحول معاه؟" → اشرح المخاطر، أحل للطبيب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"Is there a cheaper alternative?" → Suggest generic if available, same active ingredient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"في بديل أرخص؟" → اقترح البديل العلمي إن وُجد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"My child won't take the medicine" → Suggest flavoring, mixing tips, refer to doctor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"طفلي بيرفض الدواء" → اقترح تحسين الطعم، أحل للطبيب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Questions &amp; Discussion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أسئلة ومناقشة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