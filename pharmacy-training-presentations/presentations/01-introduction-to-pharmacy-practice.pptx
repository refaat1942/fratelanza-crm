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Introduction to Pharmacy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مقدمة في مهنة الصيدلة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Pharmacy Team Training — Module 1
تدريب فريق الصيدلية — الوحدة 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Learning Objectives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أهداف التعلم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By the end of this session you will: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بنهاية هذه الجلسة ستكون قادراً على: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Understand the role of pharmacy in healthcare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فهم دور الصيدلية في الرعاية الصحية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Know the responsibilities of each team member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معرفة مسؤوليات كل عضو في الفريق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Apply professional ethics and standards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تطبيق أخلاقيات ومعايير المهنة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Identify your daily duties and workflow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تحديد مهامك اليومية وسير العمل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Role of the Pharmacy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دور الصيدلية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Pharmacy in the healthcare system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الصيدلية في المنظومة الصحية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Bridge between doctor and patient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حلقة الوصل بين الطبيب والمريض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Ensure safe and effective medication use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ضمان الاستخدام الآمن والفعّال للأدوية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Provide accessible healthcare advice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تقديم استشارات صحية متاحة للجميع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First point of contact for minor ailments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أول نقطة اتصال للأمراض البسيطة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Types of pharmacies in Egypt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أنواع الصيدليات في مصر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Community pharmacy (retail)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صيدلية مجتمعية (تجزئة)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Hospital pharmacy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صيدلية مستشفى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Chain pharmacy (multiple branches)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سلسلة صيدليات (فروع متعددة)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Pharmacy attached to clinic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صيدلية ملحقة بعيادة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Team Roles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أدوار الفريق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Pharmacist responsibilities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مسؤوليات الصيدلي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Verify and dispense prescriptions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التحقق من الروشتات وصرفها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Counsel patients on medication use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إرشاد المرضى حول استخدام الأدوية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Supervise pharmacy operations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الإشراف على عمليات الصيدلية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Handle controlled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التعامل مع الأدوية المراقبة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Train and guide pharmacy assistants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تدريب وإرشاد مساعدي الصيدلي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Pharmacy assistant / technician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مساعد الصيدلي / الفني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Receive and organize stock deliveries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استلام وتنظيم شحنات المخزون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Maintain inventory and expiry dates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إدارة المخزون وتواريخ الصلاحية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Assist with OTC sales and customer service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المساعدة في مبيعات الأدوية بدون روشتة وخدمة العملاء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Keep pharmacy clean and organized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الحفاظ على نظافة وتنظيم الصيدلية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Alert pharmacist to any concerns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تنبيه الصيدلي عند أي مخاوف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Cashier role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دور أمين الصندوق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Process payments accurately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معالجة المدفوعات بدقة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Issue receipts and invoices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إصدار الإيصالات والفواتير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Greet customers professionally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استقبال العملاء باحترافية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Direct customers to pharmacist when needed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توجيه العملاء للصيدلي عند الحاجة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Professional Ethics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أخلاقيات المهنة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Core ethical principles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المبادئ الأخلاقية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Patient confidentiality — never discuss patient info publicly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سرية المريض — لا تناقش معلومات المريض علناً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Honesty — never sell expired or counterfeit drugs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الأمانة — لا تبيع أدوية منتهية أو مقلدة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Competence — only give advice within your training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الكفاءة — قدم نصائح ضمن تدريبك فقط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Integrity — report errors immediately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النزاهة — أبلغ عن الأخطاء فوراً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What you must NEVER do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ما يجب ألا تفعله أبداً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Dispense prescription drugs without a valid Rx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صرف أدوية بالروشتة بدون روشتة صالحة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Change a doctor's prescription without consulting them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تغيير روشتة الطبيب دون استشارته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Share patient medical information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مشاركة المعلومات الطبية للمريض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Ignore suspected drug interactions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تجاهل التفاعلات الدوائية المشتبه بها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4630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Daily Workflow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سير العمل اليومي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Opening the pharmacy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افتتاح الصيدلية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Arrive 15 minutes early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الوصول قبل 15 دقيقة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Check cleanliness and organization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فحص النظافة والتنظيم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Review low-stock and near-expiry items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مراجعة المخزون المنخفض والأدوية قاربة الانتهاء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Count cash register float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عد النقدية في الصندوق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Brief team on today's priorities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إحاطة الفريق بأولويات اليوم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During the day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أثناء اليوم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Greet every customer within 30 seconds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استقبال كل عميل خلال 30 ثانية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Prescription Rx → pharmacist verification → dispensing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روشتة → تحقق الصيدلي → صرف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OTC sales → assistant helps, pharmacist available for questions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بيع بدون روشتة → المساعد يساعد، الصيدلي متاح للأسئلة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Restock shelves as deliveries arrive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إعادة ترتيب الرفوف عند وصول الشحنات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Closing the pharmacy</a:t>
            </a:r>
          </a:p>
          <a:p>
            <a:r>
              <a:rPr sz="1800" b="1">
                <a:solidFill>
                  <a:srgbClr val="FFFFFF"/>
                </a:solidFill>
                <a:latin typeface="Arial"/>
              </a:rPr>
              <a:t>إغلاق الصيدلية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Reconcile cash and sales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مطابقة النقدية والمبيعات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Secure controlled medications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تأمين الأدوية المراقبة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Clean counters and work areas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تنظيف الكاونتر ومناطق العمل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12529"/>
                </a:solidFill>
                <a:latin typeface="Arial"/>
              </a:rPr>
              <a:t>• Lock doors and set alarm</a:t>
            </a:r>
          </a:p>
          <a:p>
            <a:pPr lvl="1">
              <a:spcAft>
                <a:spcPts val="1400"/>
              </a:spcAft>
            </a:pPr>
            <a:r>
              <a:rPr sz="1500" b="0">
                <a:solidFill>
                  <a:srgbClr val="6C757D"/>
                </a:solidFill>
                <a:latin typeface="Arial"/>
              </a:rPr>
              <a:t>قفل الأبواب وتشغيل الإنذار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أسئلة ومناقشة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